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3AF9-F5F7-434D-A0C5-A213B5E19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B9C6E-619E-414F-834E-C56420456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2D6DC-8A62-4E2B-A694-12612206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C70F-B79D-485E-8F4C-31507348E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DC21C-4A0A-4EAC-A986-3F897DFE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721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2228-85FA-403A-8933-7615C4A4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4F7C7-0AEC-4D55-91DC-E020EBE1C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695DE-D92A-43DF-AFC5-DB852A60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851E1-2218-4047-B784-382CAA88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B0594-6114-4306-945D-F99D2A1A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90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FC39-3C15-4F6E-99EC-ACBBD540B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13FE3-E0CD-43D0-B7BD-87539AC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42A07-670D-4FDC-AF8C-0186B5CC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0A037-5409-4E25-B418-9DACBA32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F6882-9ACD-4005-99A9-0384409DC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860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653C-DB7E-41F2-85CC-E4B11C0C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36C64-C342-47E2-8D29-E7B00B7DE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103D3-E3EE-4FB7-9065-503F338A1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B67F8-0447-455B-AC25-AAFEE579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01326-35B1-4F71-803D-3020F631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351D0-EF04-47CE-B675-E815E4AB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362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E41C-E6E1-469F-83BE-73843DE2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C65FA-8F4D-4E8F-AD7C-221A6F10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73427-1457-4BDA-99D2-B6701393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6C480-C24C-4DC2-9B8A-3B35469D2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CC658-FE1C-44AF-8C4C-AEF2B6F2D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2A99A-99C7-46F3-88B4-AF862976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08B52-6C07-4F62-B5C7-132ACD50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5CD6B-3B53-457F-8BD3-7B75E962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381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5CE8-E63E-4D9D-9A29-656069E5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B3DAB-1198-40C6-8AA5-EFB2E85E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0E37A-8A6F-4508-8267-1328843D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6C240-B45D-405E-81C5-59EBDC09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921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88CED-11F6-4D7D-BC6A-97F43FAA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DBB39-DC75-4311-B874-54F91B5A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67437-B1EE-4603-84D2-708F56EF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13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86D8-97F5-4AC1-899D-B9989CC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C979-B2A9-424B-86EE-B624A0CD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027D3-9BFF-420E-98E3-0C1D6A7FF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77BBB-54D8-4834-BB70-DF0C6F41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09016-C8E0-40B6-9780-2B5A985C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D34B6-9A86-4EB8-B627-80B225E7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113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719E-AB37-49FE-8518-52BBE0CD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7CF49-9060-407C-AB47-08C831F43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09A7C-06A2-48AD-8B5F-B14FE42F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37CC6-D884-479D-A515-9528743E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30C44-718D-4FB0-AD17-DDE19381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5BAD5-B509-4293-8C99-DD65A599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833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BDE9-8A73-4D30-B333-0985F4588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721BA-19EC-4B87-BF97-97000EB73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706F0-949A-417C-B921-02126333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326E4-DB3B-4EAF-813B-06918028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5721B-C025-4ECC-ACD2-B5262053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325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4285C-E09D-48AE-9025-04171C4E4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F2345-94B5-43F5-AB28-47C6BB511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35C9-B3F0-492F-B3DA-44EF9C6B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E679-0225-4E88-973D-A4003A6A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350C2-7E9B-4FD9-BAE7-F1D9252D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5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BD572-27DE-4F1A-B5F1-2761B385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8912-0E7B-4721-97A2-2317A0E50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ADF60-6174-481E-8FF0-F96801708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BFC22-18A5-473F-AC16-2EF84B3AB94A}" type="datetimeFigureOut">
              <a:rPr lang="es-MX" smtClean="0"/>
              <a:t>27/12/2025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65B6C-01A0-4AE9-A51F-DF2D618D7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465E4-A3F8-4656-99D5-0F6C2A7C4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F35FB-A576-4029-A1DE-E68FDF4F08E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203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4A9073-5D4F-4E06-BE91-86C76A43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3" y="0"/>
            <a:ext cx="3170533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C49B8-4EBE-4DDE-82C2-5A4C38042D56}"/>
              </a:ext>
            </a:extLst>
          </p:cNvPr>
          <p:cNvCxnSpPr>
            <a:cxnSpLocks/>
          </p:cNvCxnSpPr>
          <p:nvPr/>
        </p:nvCxnSpPr>
        <p:spPr>
          <a:xfrm>
            <a:off x="4510733" y="2290813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0503F2-91C8-4025-8FD3-2CDFEE515230}"/>
              </a:ext>
            </a:extLst>
          </p:cNvPr>
          <p:cNvCxnSpPr>
            <a:cxnSpLocks/>
          </p:cNvCxnSpPr>
          <p:nvPr/>
        </p:nvCxnSpPr>
        <p:spPr>
          <a:xfrm>
            <a:off x="4839903" y="2290813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575AC7-C2A4-434F-A19C-A10071470916}"/>
              </a:ext>
            </a:extLst>
          </p:cNvPr>
          <p:cNvCxnSpPr>
            <a:cxnSpLocks/>
          </p:cNvCxnSpPr>
          <p:nvPr/>
        </p:nvCxnSpPr>
        <p:spPr>
          <a:xfrm>
            <a:off x="4510733" y="2425566"/>
            <a:ext cx="3291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F6A54C-A21F-4FAD-AA5A-CED238A8CEB4}"/>
              </a:ext>
            </a:extLst>
          </p:cNvPr>
          <p:cNvCxnSpPr>
            <a:cxnSpLocks/>
          </p:cNvCxnSpPr>
          <p:nvPr/>
        </p:nvCxnSpPr>
        <p:spPr>
          <a:xfrm>
            <a:off x="7352096" y="2289208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F1FE52-02E8-408F-8385-1083C888C440}"/>
              </a:ext>
            </a:extLst>
          </p:cNvPr>
          <p:cNvCxnSpPr>
            <a:cxnSpLocks/>
          </p:cNvCxnSpPr>
          <p:nvPr/>
        </p:nvCxnSpPr>
        <p:spPr>
          <a:xfrm>
            <a:off x="7681266" y="2289208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E7EBA7-3DD6-4DDC-B354-2C4A0A2AF464}"/>
              </a:ext>
            </a:extLst>
          </p:cNvPr>
          <p:cNvCxnSpPr>
            <a:cxnSpLocks/>
          </p:cNvCxnSpPr>
          <p:nvPr/>
        </p:nvCxnSpPr>
        <p:spPr>
          <a:xfrm>
            <a:off x="7352096" y="2423961"/>
            <a:ext cx="3291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689C12-5BC5-4C0B-BECC-DED73C68F303}"/>
              </a:ext>
            </a:extLst>
          </p:cNvPr>
          <p:cNvCxnSpPr>
            <a:cxnSpLocks/>
          </p:cNvCxnSpPr>
          <p:nvPr/>
        </p:nvCxnSpPr>
        <p:spPr>
          <a:xfrm>
            <a:off x="4510733" y="912796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56900C-8488-4544-BC66-E229CABF0DF5}"/>
              </a:ext>
            </a:extLst>
          </p:cNvPr>
          <p:cNvCxnSpPr>
            <a:cxnSpLocks/>
          </p:cNvCxnSpPr>
          <p:nvPr/>
        </p:nvCxnSpPr>
        <p:spPr>
          <a:xfrm>
            <a:off x="4743650" y="901566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28B4C-575C-40CA-B9B2-11FAEBA1E176}"/>
              </a:ext>
            </a:extLst>
          </p:cNvPr>
          <p:cNvCxnSpPr>
            <a:cxnSpLocks/>
          </p:cNvCxnSpPr>
          <p:nvPr/>
        </p:nvCxnSpPr>
        <p:spPr>
          <a:xfrm>
            <a:off x="4510733" y="1045944"/>
            <a:ext cx="232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873BC8-AEFC-4098-9518-C03920399009}"/>
              </a:ext>
            </a:extLst>
          </p:cNvPr>
          <p:cNvCxnSpPr>
            <a:cxnSpLocks/>
          </p:cNvCxnSpPr>
          <p:nvPr/>
        </p:nvCxnSpPr>
        <p:spPr>
          <a:xfrm>
            <a:off x="7448349" y="912796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F50231-E80A-4491-876F-15710E15014C}"/>
              </a:ext>
            </a:extLst>
          </p:cNvPr>
          <p:cNvCxnSpPr>
            <a:cxnSpLocks/>
          </p:cNvCxnSpPr>
          <p:nvPr/>
        </p:nvCxnSpPr>
        <p:spPr>
          <a:xfrm>
            <a:off x="7681266" y="901566"/>
            <a:ext cx="0" cy="27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9694B6-AEC6-4F7A-99AB-7573C6A6ADBA}"/>
              </a:ext>
            </a:extLst>
          </p:cNvPr>
          <p:cNvCxnSpPr>
            <a:cxnSpLocks/>
          </p:cNvCxnSpPr>
          <p:nvPr/>
        </p:nvCxnSpPr>
        <p:spPr>
          <a:xfrm>
            <a:off x="7448349" y="1045944"/>
            <a:ext cx="232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677C18-60C2-4975-A9DF-5AF003310FB2}"/>
              </a:ext>
            </a:extLst>
          </p:cNvPr>
          <p:cNvSpPr txBox="1"/>
          <p:nvPr/>
        </p:nvSpPr>
        <p:spPr>
          <a:xfrm>
            <a:off x="4535752" y="2082264"/>
            <a:ext cx="27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C8AED-1240-4B76-90F5-76EBC6ABA604}"/>
              </a:ext>
            </a:extLst>
          </p:cNvPr>
          <p:cNvSpPr txBox="1"/>
          <p:nvPr/>
        </p:nvSpPr>
        <p:spPr>
          <a:xfrm>
            <a:off x="7377115" y="2034500"/>
            <a:ext cx="27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E479FB-EA80-44EE-AECD-A84D9114D6FA}"/>
              </a:ext>
            </a:extLst>
          </p:cNvPr>
          <p:cNvSpPr txBox="1"/>
          <p:nvPr/>
        </p:nvSpPr>
        <p:spPr>
          <a:xfrm>
            <a:off x="4487625" y="639715"/>
            <a:ext cx="27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B4FD89-1989-4DB4-9CD4-C40D4332442B}"/>
              </a:ext>
            </a:extLst>
          </p:cNvPr>
          <p:cNvSpPr txBox="1"/>
          <p:nvPr/>
        </p:nvSpPr>
        <p:spPr>
          <a:xfrm>
            <a:off x="7413687" y="671800"/>
            <a:ext cx="27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01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E251A9-13EF-487C-AC44-561DE46B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3" y="0"/>
            <a:ext cx="3170533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ADF530-FE39-45DF-9368-618359428CEB}"/>
              </a:ext>
            </a:extLst>
          </p:cNvPr>
          <p:cNvSpPr/>
          <p:nvPr/>
        </p:nvSpPr>
        <p:spPr>
          <a:xfrm>
            <a:off x="6208295" y="847023"/>
            <a:ext cx="1270534" cy="375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818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71FFF1-05DD-4A42-81CF-5F861A45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487" y="0"/>
            <a:ext cx="32090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920A63-F7BC-4CE9-8FCE-5843548F5433}"/>
              </a:ext>
            </a:extLst>
          </p:cNvPr>
          <p:cNvSpPr/>
          <p:nvPr/>
        </p:nvSpPr>
        <p:spPr>
          <a:xfrm>
            <a:off x="4610501" y="346509"/>
            <a:ext cx="1982804" cy="5245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9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1EF6A3-60C0-4646-A3BD-34B5D0E2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57" y="0"/>
            <a:ext cx="317788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50C2DC-BF39-4588-A078-5D840478A401}"/>
              </a:ext>
            </a:extLst>
          </p:cNvPr>
          <p:cNvSpPr/>
          <p:nvPr/>
        </p:nvSpPr>
        <p:spPr>
          <a:xfrm>
            <a:off x="5534526" y="3676850"/>
            <a:ext cx="561474" cy="1953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01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Juan OG</dc:creator>
  <cp:lastModifiedBy>Juan OG</cp:lastModifiedBy>
  <cp:revision>4</cp:revision>
  <dcterms:created xsi:type="dcterms:W3CDTF">2025-12-27T19:08:12Z</dcterms:created>
  <dcterms:modified xsi:type="dcterms:W3CDTF">2025-12-27T21:33:15Z</dcterms:modified>
</cp:coreProperties>
</file>